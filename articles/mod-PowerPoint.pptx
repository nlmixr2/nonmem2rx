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a7aeb03762c1573485a4e14c5126d41ffba629f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2026-09-23T02:36:14Z</dcterms:modified>
  <cp:category/>
</cp:coreProperties>
</file>