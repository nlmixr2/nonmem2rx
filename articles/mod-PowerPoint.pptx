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2218a20d4b2c991684cdd28fc608c5967b350c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2026-08-27T12:38:58Z</dcterms:modified>
  <cp:category/>
</cp:coreProperties>
</file>