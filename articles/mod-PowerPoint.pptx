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3844e72bb95b95d3a15ed746b776d308cdc424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2026-10-07T03:53:00Z</dcterms:modified>
  <cp:category/>
</cp:coreProperties>
</file>