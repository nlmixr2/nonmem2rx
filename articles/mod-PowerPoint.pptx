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b3028bf2cb88d109dca49036ed8ee65b5daa4c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2026-10-01T14:47:57Z</dcterms:modified>
  <cp:category/>
</cp:coreProperties>
</file>