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9f914c0733cc40fc6e3e1ef2aa56bf8b927c6c4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a7aeb03762c1573485a4e14c5126d41ffba629f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2026-09-27T19:18:11Z</dcterms:modified>
  <cp:category/>
</cp:coreProperties>
</file>