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95ef93a9b5a16da8ac66a96c795bb504710c3fed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2026-09-22T21:15:22Z</dcterms:modified>
  <cp:category/>
</cp:coreProperties>
</file>