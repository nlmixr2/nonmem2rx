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6c5d3b05e094c7883d5bda61a59fe68b3be8969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d263dafa0a33ccc8ddd34755bac1af4a6f48074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d2228a96a615ec8a16d04fb4991dae34c837b0d.pn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14baa5c152910536900d22a86dc352938ba76d5.pn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4e277cac38abeb49b799515d207b2d915c60dfd.pn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f05da974874ee7559ed6dc73b0a750b163c9756.pn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cb7a99a039ee3a197774aa0bf059db5cc248a17.pn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7a9ba0d6d87ee5ae50de4d5379224270e696218.pn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bb7454865eebc7d269343fe94954fb6145e7c89.pn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21f61a67f75feaeba31030f6dbf46b18534bee3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3b438565951de76af6bcc86230d4743493d9299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a7aeb03762c1573485a4e14c5126d41ffba629f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660706"/>
                <a:gridCol w="838468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Cl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2.17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3.94 (3.71, 4.17)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1.94&lt;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4.20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0.0295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0.703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66.6 (62.8, 70.5)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2.46&lt;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Q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1.38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3.98 (3.57, 4.42)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40.5&gt;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log Vp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3.88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0.0348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0.899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48.3 (45.1, 51.7)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28.4=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RSV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0.00315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0.196 (0.190, 0.203)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2026-09-11T03:32:03Z</dcterms:modified>
  <cp:category/>
</cp:coreProperties>
</file>