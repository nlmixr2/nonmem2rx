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7ee6b1df1148360f90fb4f68cc2c1546327bdc6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95ef93a9b5a16da8ac66a96c795bb504710c3fe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PERI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theta1</m:t>
                                </m:r>
                                <m:r>
                                  <m:t>+</m:t>
                                </m:r>
                                <m:r>
                                  <m:t>eta1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theta2</m:t>
                                </m:r>
                                <m:r>
                                  <m:t>+</m:t>
                                </m:r>
                                <m:r>
                                  <m:t>eta2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q=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theta3</m:t>
                                </m:r>
                                <m:r>
                                  <m:t>+</m:t>
                                </m:r>
                                <m:r>
                                  <m:t>eta3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v2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theta4</m:t>
                                </m:r>
                                <m:r>
                                  <m:t>+</m:t>
                                </m:r>
                                <m:r>
                                  <m:t>eta4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scale1</m:t>
                                </m:r>
                                <m:r>
                                  <m:t>=v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k21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v2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k12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q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−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  <m:r>
                                      <m:t>×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PERI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k21</m:t>
                                </m:r>
                                <m:r>
                                  <m:t>×</m:t>
                                </m:r>
                                <m:r>
                                  <m:t>PERI</m:t>
                                </m:r>
                                <m:r>
                                  <m:t>+</m:t>
                                </m:r>
                                <m:r>
                                  <m:t>k12</m:t>
                                </m:r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f=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scale1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=f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rescv</m:t>
                                </m:r>
                                <m:r>
                                  <m:t>=</m:t>
                                </m:r>
                                <m:r>
                                  <m:t>RSV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ipred</m:t>
                                </m:r>
                                <m:r>
                                  <m:t>∼prop(</m:t>
                                </m:r>
                                <m:r>
                                  <m:t>RSV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2026-10-01T18:01:37Z</dcterms:modified>
  <cp:category/>
</cp:coreProperties>
</file>