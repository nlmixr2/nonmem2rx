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7bfc508eb594f3094d00c1ee71b36602f0614d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2026-09-03T20:31:41Z</dcterms:modified>
  <cp:category/>
</cp:coreProperties>
</file>