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7ee6b1df1148360f90fb4f68cc2c1546327bdc6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6c5d3b05e094c7883d5bda61a59fe68b3be8969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d263dafa0a33ccc8ddd34755bac1af4a6f48074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d2228a96a615ec8a16d04fb4991dae34c837b0d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14baa5c152910536900d22a86dc352938ba76d5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4e277cac38abeb49b799515d207b2d915c60dfd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f05da974874ee7559ed6dc73b0a750b163c9756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cb7a99a039ee3a197774aa0bf059db5cc248a17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7a9ba0d6d87ee5ae50de4d5379224270e696218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bb7454865eebc7d269343fe94954fb6145e7c89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21f61a67f75feaeba31030f6dbf46b18534bee3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3b438565951de76af6bcc86230d4743493d9299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eb93459eb84f0388a84770c64257fd3e7285421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structure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equations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54864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CENTRAL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PERI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cl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theta1</m:t>
                                </m:r>
                                <m:r>
                                  <m:t>+</m:t>
                                </m:r>
                                <m:r>
                                  <m:t>eta1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theta2</m:t>
                                </m:r>
                                <m:r>
                                  <m:t>+</m:t>
                                </m:r>
                                <m:r>
                                  <m:t>eta2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q=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theta3</m:t>
                                </m:r>
                                <m:r>
                                  <m:t>+</m:t>
                                </m:r>
                                <m:r>
                                  <m:t>eta3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v2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theta4</m:t>
                                </m:r>
                                <m:r>
                                  <m:t>+</m:t>
                                </m:r>
                                <m:r>
                                  <m:t>eta4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v1</m:t>
                                </m:r>
                                <m:r>
                                  <m:t>=v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scale1</m:t>
                                </m:r>
                                <m:r>
                                  <m:t>=v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k21</m:t>
                                </m:r>
                                <m:r>
                                  <m:t>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q</m:t>
                                    </m:r>
                                  </m:num>
                                  <m:den>
                                    <m:r>
                                      <m:t>v2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k12</m:t>
                                </m:r>
                                <m:r>
                                  <m:t>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q</m:t>
                                    </m:r>
                                  </m:num>
                                  <m:den>
                                    <m:r>
                                      <m:t>v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</m:t>
                                </m:r>
                                <m:r>
                                  <m:t>k21</m:t>
                                </m:r>
                                <m:r>
                                  <m:t>×</m:t>
                                </m:r>
                                <m:r>
                                  <m:t>PERI</m:t>
                                </m:r>
                                <m:r>
                                  <m:t>−</m:t>
                                </m:r>
                                <m:r>
                                  <m:t>k12</m:t>
                                </m:r>
                                <m:r>
                                  <m:t>×</m:t>
                                </m:r>
                                <m:r>
                                  <m:t>CENTRAL</m:t>
                                </m:r>
                                <m: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cl</m:t>
                                    </m:r>
                                    <m:r>
                                      <m:t>×</m:t>
                                    </m:r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v1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PERI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=−</m:t>
                                </m:r>
                                <m:r>
                                  <m:t>k21</m:t>
                                </m:r>
                                <m:r>
                                  <m:t>×</m:t>
                                </m:r>
                                <m:r>
                                  <m:t>PERI</m:t>
                                </m:r>
                                <m:r>
                                  <m:t>+</m:t>
                                </m:r>
                                <m:r>
                                  <m:t>k12</m:t>
                                </m:r>
                                <m:r>
                                  <m:t>×</m:t>
                                </m:r>
                                <m:r>
                                  <m:t>CENTRAL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f=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scale1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ipred</m:t>
                                </m:r>
                                <m:r>
                                  <m:t>=f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rescv</m:t>
                                </m:r>
                                <m:r>
                                  <m:t>=</m:t>
                                </m:r>
                                <m:r>
                                  <m:t>RSV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ipred</m:t>
                                </m:r>
                                <m:r>
                                  <m:t>∼prop(</m:t>
                                </m:r>
                                <m:r>
                                  <m:t>RSV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660706"/>
                <a:gridCol w="838468"/>
                <a:gridCol w="667527"/>
                <a:gridCol w="2070530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Cl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2.17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3.94 (3.71, 4.17)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1.94&lt;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0.703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66.6 (62.8, 70.5)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2.46&lt;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Q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3.98 (3.57, 4.42)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40.5&gt;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3.88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0.0348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0.899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48.3 (45.1, 51.7)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28.4=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RSV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0.00315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 (0.190, 0.203)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2026-09-30T23:39:01Z</dcterms:modified>
  <cp:category/>
</cp:coreProperties>
</file>