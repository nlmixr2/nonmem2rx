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7ee6b1df1148360f90fb4f68cc2c1546327bdc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3844e72bb95b95d3a15ed746b776d308cdc4248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2026-09-30T21:46:02Z</dcterms:modified>
  <cp:category/>
</cp:coreProperties>
</file>